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Collections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an autonomous and responsible AI-powered collections system for Geldium</a:t>
            </a:r>
          </a:p>
          <a:p>
            <a:r>
              <a:t>• Reduce delinquency through proactive interventions</a:t>
            </a:r>
          </a:p>
          <a:p>
            <a:r>
              <a:t>• Improve efficiency, fairness, and customer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 (income, credit score, utilization, payment history)</a:t>
            </a:r>
          </a:p>
          <a:p>
            <a:r>
              <a:t>• Risk Model generates delinquency score</a:t>
            </a:r>
          </a:p>
          <a:p>
            <a:r>
              <a:t>• Agentic AI Decision Engine selects best action</a:t>
            </a:r>
          </a:p>
          <a:p>
            <a:r>
              <a:t>• SMS / Email / Call / Repayment Plan</a:t>
            </a:r>
          </a:p>
          <a:p>
            <a:r>
              <a:t>• Learning Loop improves future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Autonomous: Risk scoring, reminders, outreach scheduling, communication personalization</a:t>
            </a:r>
          </a:p>
          <a:p>
            <a:r>
              <a:t>• Human Oversight: Legal action, account closure, hardship approvals, customer disputes</a:t>
            </a:r>
          </a:p>
          <a:p>
            <a:r>
              <a:t>• AI handles routine decisions; humans handle high-impact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Fairness checks to prevent bias</a:t>
            </a:r>
          </a:p>
          <a:p>
            <a:r>
              <a:t>• Explainable predictions and decisions</a:t>
            </a:r>
          </a:p>
          <a:p>
            <a:r>
              <a:t>• Compliance with regulations and company policies</a:t>
            </a:r>
          </a:p>
          <a:p>
            <a:r>
              <a:t>• Human-in-the-loop review for sensitive actions</a:t>
            </a:r>
          </a:p>
          <a:p>
            <a:r>
              <a:t>• Audit logs and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KPIs: Lower delinquency, higher recovery rates, lower collection costs</a:t>
            </a:r>
          </a:p>
          <a:p>
            <a:r>
              <a:t>• Operational Benefits: Scalability and faster decision-making</a:t>
            </a:r>
          </a:p>
          <a:p>
            <a:r>
              <a:t>• Customer Outcomes: Better experience, personalized support, fair treatment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